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33" r:id="rId3"/>
    <p:sldId id="334" r:id="rId4"/>
    <p:sldId id="31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8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1" autoAdjust="0"/>
    <p:restoredTop sz="70065" autoAdjust="0"/>
  </p:normalViewPr>
  <p:slideViewPr>
    <p:cSldViewPr snapToGrid="0">
      <p:cViewPr varScale="1">
        <p:scale>
          <a:sx n="54" d="100"/>
          <a:sy n="54" d="100"/>
        </p:scale>
        <p:origin x="1541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60D8F-062F-4385-BB8C-3F567EA5F5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40498-DAF4-44EB-9A8D-0B5F5A59B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07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40498-DAF4-44EB-9A8D-0B5F5A59BD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7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31AE6-0E47-1679-02AC-136199FA8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0FD77-56C3-A3BC-36FA-E89457876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20A34-867E-AF9C-3DCB-BF913F28E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E28AA-4BC2-2850-2C23-4FB05490D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40498-DAF4-44EB-9A8D-0B5F5A59BD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30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89F2-3D5F-8B64-0E96-EC5E570DA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CBD0E-7A50-CD2B-8153-6B576E7A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AB075-D0F4-23FC-3468-A704EA16A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Analytical Depth (20poin)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tujuan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dashboarnya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adalah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untuk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pengambilan</a:t>
            </a:r>
            <a:r>
              <a:rPr lang="en-US" dirty="0">
                <a:sym typeface="Wingdings" panose="05000000000000000000" pitchFamily="2" charset="2"/>
              </a:rPr>
              <a:t> strategy </a:t>
            </a:r>
            <a:r>
              <a:rPr lang="en-US" dirty="0" err="1">
                <a:sym typeface="Wingdings" panose="05000000000000000000" pitchFamily="2" charset="2"/>
              </a:rPr>
              <a:t>penetrasi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ke</a:t>
            </a:r>
            <a:r>
              <a:rPr lang="en-US" dirty="0">
                <a:sym typeface="Wingdings" panose="05000000000000000000" pitchFamily="2" charset="2"/>
              </a:rPr>
              <a:t> pasar</a:t>
            </a:r>
            <a:endParaRPr lang="en-US" dirty="0"/>
          </a:p>
          <a:p>
            <a:r>
              <a:rPr lang="en-US" dirty="0"/>
              <a:t>Functionality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termasuk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ketepatan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pemilihan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grafik</a:t>
            </a:r>
            <a:r>
              <a:rPr lang="en-US" dirty="0">
                <a:sym typeface="Wingdings" panose="05000000000000000000" pitchFamily="2" charset="2"/>
              </a:rPr>
              <a:t>, data storytelling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Content </a:t>
            </a:r>
            <a:r>
              <a:rPr lang="en-US"/>
              <a:t>delivery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key </a:t>
            </a:r>
            <a:r>
              <a:rPr lang="en-US" dirty="0"/>
              <a:t>insight yang </a:t>
            </a:r>
            <a:r>
              <a:rPr lang="en-US" dirty="0" err="1"/>
              <a:t>ditampilkan</a:t>
            </a:r>
            <a:r>
              <a:rPr lang="en-US" dirty="0"/>
              <a:t>, </a:t>
            </a:r>
            <a:r>
              <a:rPr lang="en-US" dirty="0" err="1"/>
              <a:t>kejelasan</a:t>
            </a:r>
            <a:r>
              <a:rPr lang="en-US" dirty="0"/>
              <a:t> impact </a:t>
            </a:r>
            <a:r>
              <a:rPr lang="en-US" dirty="0" err="1"/>
              <a:t>bisnis</a:t>
            </a:r>
            <a:r>
              <a:rPr lang="en-US" dirty="0"/>
              <a:t>, </a:t>
            </a:r>
            <a:r>
              <a:rPr lang="en-US" dirty="0" err="1"/>
              <a:t>jawab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data, strategy yang </a:t>
            </a:r>
            <a:r>
              <a:rPr lang="en-US" dirty="0" err="1"/>
              <a:t>disarankan</a:t>
            </a:r>
            <a:endParaRPr lang="en-US" dirty="0"/>
          </a:p>
          <a:p>
            <a:r>
              <a:rPr lang="en-US" dirty="0"/>
              <a:t>Delivery skills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presentasi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935AA-2B8B-4B17-6FA1-BAD78D4CD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40498-DAF4-44EB-9A8D-0B5F5A59BD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57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40498-DAF4-44EB-9A8D-0B5F5A59BD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10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74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6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4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5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1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5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0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3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27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7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C0B50-2FEC-487B-ABEB-104AC085799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1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85949"/>
            <a:ext cx="9144000" cy="1895481"/>
          </a:xfrm>
        </p:spPr>
        <p:txBody>
          <a:bodyPr>
            <a:normAutofit/>
          </a:bodyPr>
          <a:lstStyle/>
          <a:p>
            <a:r>
              <a:rPr lang="en-US" sz="5300" dirty="0">
                <a:latin typeface="Arial" panose="020B0604020202020204" pitchFamily="34" charset="0"/>
                <a:cs typeface="Arial" panose="020B0604020202020204" pitchFamily="34" charset="0"/>
              </a:rPr>
              <a:t>TUGAS UAS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73506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D-IV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Bisnis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Politeknik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Negeri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Malang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4618" y="499138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4618" y="1030288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524000" y="1458539"/>
            <a:ext cx="9144000" cy="784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Pertemuan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14</a:t>
            </a:r>
          </a:p>
        </p:txBody>
      </p:sp>
    </p:spTree>
    <p:extLst>
      <p:ext uri="{BB962C8B-B14F-4D97-AF65-F5344CB8AC3E}">
        <p14:creationId xmlns:p14="http://schemas.microsoft.com/office/powerpoint/2010/main" val="1423759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CDDED-104D-B7A6-BD49-948D49E3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2F36-DF89-2FAE-A853-205DAE57E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AIRLINES PRICING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4B2AD-62EE-911D-9F8B-49DD83F48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D" dirty="0"/>
              <a:t>Anda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</a:t>
            </a:r>
            <a:r>
              <a:rPr lang="en-ID" dirty="0" err="1"/>
              <a:t>diminta</a:t>
            </a:r>
            <a:r>
              <a:rPr lang="en-ID" dirty="0"/>
              <a:t> oleh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b="1" dirty="0"/>
              <a:t>investor group</a:t>
            </a:r>
            <a:r>
              <a:rPr lang="en-ID" dirty="0"/>
              <a:t> yang </a:t>
            </a:r>
            <a:r>
              <a:rPr lang="en-ID" dirty="0" err="1"/>
              <a:t>berencana</a:t>
            </a:r>
            <a:r>
              <a:rPr lang="en-ID" dirty="0"/>
              <a:t> </a:t>
            </a:r>
            <a:r>
              <a:rPr lang="en-ID" dirty="0" err="1"/>
              <a:t>meluncurkan</a:t>
            </a:r>
            <a:r>
              <a:rPr lang="en-ID" dirty="0"/>
              <a:t> </a:t>
            </a:r>
            <a:r>
              <a:rPr lang="en-ID" dirty="0" err="1"/>
              <a:t>maskapai</a:t>
            </a:r>
            <a:r>
              <a:rPr lang="en-ID" dirty="0"/>
              <a:t> </a:t>
            </a:r>
            <a:r>
              <a:rPr lang="en-ID" dirty="0" err="1"/>
              <a:t>penerbangan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di India. Dataset yang </a:t>
            </a:r>
            <a:r>
              <a:rPr lang="en-ID" dirty="0" err="1"/>
              <a:t>tersedia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data </a:t>
            </a:r>
            <a:r>
              <a:rPr lang="en-ID" dirty="0" err="1"/>
              <a:t>kompetitor</a:t>
            </a:r>
            <a:r>
              <a:rPr lang="en-ID" dirty="0"/>
              <a:t> </a:t>
            </a:r>
            <a:r>
              <a:rPr lang="en-ID" dirty="0" err="1"/>
              <a:t>penerbangan</a:t>
            </a:r>
            <a:r>
              <a:rPr lang="en-ID" dirty="0"/>
              <a:t> </a:t>
            </a:r>
            <a:r>
              <a:rPr lang="en-ID" dirty="0" err="1"/>
              <a:t>domestik</a:t>
            </a:r>
            <a:r>
              <a:rPr lang="en-ID" dirty="0"/>
              <a:t> India Q1. </a:t>
            </a:r>
            <a:r>
              <a:rPr lang="en-ID" dirty="0" err="1"/>
              <a:t>Tugas</a:t>
            </a:r>
            <a:r>
              <a:rPr lang="en-ID" dirty="0"/>
              <a:t> Anda </a:t>
            </a:r>
            <a:r>
              <a:rPr lang="en-ID" dirty="0" err="1"/>
              <a:t>membuat</a:t>
            </a:r>
            <a:r>
              <a:rPr lang="en-ID" dirty="0"/>
              <a:t> dashboard yang </a:t>
            </a:r>
            <a:r>
              <a:rPr lang="en-ID" dirty="0" err="1"/>
              <a:t>membantu</a:t>
            </a:r>
            <a:r>
              <a:rPr lang="en-ID" dirty="0"/>
              <a:t> investor </a:t>
            </a:r>
            <a:r>
              <a:rPr lang="en-ID" dirty="0" err="1"/>
              <a:t>memahami</a:t>
            </a:r>
            <a:r>
              <a:rPr lang="en-ID" dirty="0"/>
              <a:t> di mana </a:t>
            </a:r>
            <a:r>
              <a:rPr lang="en-ID" dirty="0" err="1"/>
              <a:t>peluang</a:t>
            </a:r>
            <a:r>
              <a:rPr lang="en-ID" dirty="0"/>
              <a:t> </a:t>
            </a:r>
            <a:r>
              <a:rPr lang="en-ID" dirty="0" err="1"/>
              <a:t>terbesar</a:t>
            </a:r>
            <a:r>
              <a:rPr lang="en-ID" dirty="0"/>
              <a:t> dan </a:t>
            </a:r>
            <a:r>
              <a:rPr lang="en-ID" dirty="0" err="1"/>
              <a:t>bagaimana</a:t>
            </a:r>
            <a:r>
              <a:rPr lang="en-ID" dirty="0"/>
              <a:t> strategi yang paling </a:t>
            </a:r>
            <a:r>
              <a:rPr lang="en-ID" dirty="0" err="1"/>
              <a:t>cerdas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pasar </a:t>
            </a:r>
            <a:r>
              <a:rPr lang="en-ID" dirty="0" err="1"/>
              <a:t>ini</a:t>
            </a:r>
            <a:r>
              <a:rPr lang="en-ID" dirty="0"/>
              <a:t>.</a:t>
            </a:r>
          </a:p>
          <a:p>
            <a:pPr marL="0" indent="0" algn="just">
              <a:buNone/>
            </a:pPr>
            <a:endParaRPr lang="en-ID" dirty="0"/>
          </a:p>
          <a:p>
            <a:pPr marL="0" indent="0" algn="just">
              <a:buNone/>
            </a:pPr>
            <a:r>
              <a:rPr lang="en-ID" dirty="0"/>
              <a:t>Note:</a:t>
            </a:r>
          </a:p>
          <a:p>
            <a:pPr marL="0" indent="0" algn="just">
              <a:buNone/>
            </a:pPr>
            <a:r>
              <a:rPr lang="en-ID" dirty="0"/>
              <a:t>Dalam data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periode</a:t>
            </a:r>
            <a:r>
              <a:rPr lang="en-ID" dirty="0"/>
              <a:t> high season di India:</a:t>
            </a:r>
          </a:p>
          <a:p>
            <a:pPr marL="0" indent="0" algn="just">
              <a:buNone/>
            </a:pPr>
            <a:r>
              <a:rPr lang="en-ID" dirty="0"/>
              <a:t>Jan-Mar: wedding season, </a:t>
            </a:r>
            <a:r>
              <a:rPr lang="en-ID" dirty="0" err="1"/>
              <a:t>musim</a:t>
            </a:r>
            <a:r>
              <a:rPr lang="en-ID" dirty="0"/>
              <a:t> semi</a:t>
            </a:r>
          </a:p>
          <a:p>
            <a:pPr marL="0" indent="0" algn="just">
              <a:buNone/>
            </a:pPr>
            <a:r>
              <a:rPr lang="en-ID" dirty="0"/>
              <a:t>Apr-Jun: summer holiday</a:t>
            </a:r>
          </a:p>
          <a:p>
            <a:pPr marL="0" indent="0" algn="just">
              <a:buNone/>
            </a:pP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CA71EA-37CC-D96B-028E-9FF181A5E41B}"/>
              </a:ext>
            </a:extLst>
          </p:cNvPr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0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E0013-DE17-3B94-DD91-5BDC1206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6FBF-8216-04F6-EF8F-1208F7AA4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A4F8F-51D5-8639-3D12-DCA5C9EB3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Dashboard and/or report file (.</a:t>
            </a:r>
            <a:r>
              <a:rPr lang="en-US" dirty="0" err="1"/>
              <a:t>pbix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minimal </a:t>
            </a:r>
            <a:r>
              <a:rPr lang="en-US">
                <a:sym typeface="Wingdings" panose="05000000000000000000" pitchFamily="2" charset="2"/>
              </a:rPr>
              <a:t>5 insight</a:t>
            </a:r>
            <a:endParaRPr lang="en-US" dirty="0"/>
          </a:p>
          <a:p>
            <a:pPr marL="633413" algn="just">
              <a:buFont typeface="Wingdings" panose="05000000000000000000" pitchFamily="2" charset="2"/>
              <a:buChar char="q"/>
            </a:pPr>
            <a:r>
              <a:rPr lang="en-US" dirty="0"/>
              <a:t>Analytical Depth (30poin)</a:t>
            </a:r>
          </a:p>
          <a:p>
            <a:pPr marL="633413" algn="just">
              <a:buFont typeface="Wingdings" panose="05000000000000000000" pitchFamily="2" charset="2"/>
              <a:buChar char="q"/>
            </a:pPr>
            <a:r>
              <a:rPr lang="en-US" dirty="0"/>
              <a:t>Functionality (20poin)</a:t>
            </a:r>
          </a:p>
          <a:p>
            <a:pPr marL="633413" algn="just">
              <a:buFont typeface="Wingdings" panose="05000000000000000000" pitchFamily="2" charset="2"/>
              <a:buChar char="q"/>
            </a:pPr>
            <a:r>
              <a:rPr lang="en-US" dirty="0"/>
              <a:t>Professional layout &amp; navigation (10poin)</a:t>
            </a:r>
          </a:p>
          <a:p>
            <a:pPr marL="633413"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/>
            <a:r>
              <a:rPr lang="en-US" dirty="0"/>
              <a:t> Presentation report (.pdf)</a:t>
            </a:r>
          </a:p>
          <a:p>
            <a:pPr marL="633413" algn="just">
              <a:buFont typeface="Wingdings" panose="05000000000000000000" pitchFamily="2" charset="2"/>
              <a:buChar char="q"/>
            </a:pPr>
            <a:r>
              <a:rPr lang="en-US" dirty="0"/>
              <a:t>Content delivery (30poin)</a:t>
            </a:r>
          </a:p>
          <a:p>
            <a:pPr marL="633413" algn="just">
              <a:buFont typeface="Wingdings" panose="05000000000000000000" pitchFamily="2" charset="2"/>
              <a:buChar char="q"/>
            </a:pPr>
            <a:r>
              <a:rPr lang="en-US" dirty="0"/>
              <a:t>Delivery skills (10poin)</a:t>
            </a:r>
          </a:p>
          <a:p>
            <a:pPr marL="0" indent="0" algn="just">
              <a:buNone/>
            </a:pP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7AEF44-2DFF-011D-BFB8-21EBA17E0B73}"/>
              </a:ext>
            </a:extLst>
          </p:cNvPr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8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994" y="2701925"/>
            <a:ext cx="10515600" cy="1325563"/>
          </a:xfrm>
        </p:spPr>
        <p:txBody>
          <a:bodyPr/>
          <a:lstStyle/>
          <a:p>
            <a:pPr algn="ctr"/>
            <a:r>
              <a:rPr lang="en-US" b="1" dirty="0" err="1"/>
              <a:t>Terimakasih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825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2081</TotalTime>
  <Words>190</Words>
  <Application>Microsoft Office PowerPoint</Application>
  <PresentationFormat>Widescreen</PresentationFormat>
  <Paragraphs>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TUGAS UAS</vt:lpstr>
      <vt:lpstr>CASE STUDY: AIRLINES PRICING</vt:lpstr>
      <vt:lpstr>Deliverables</vt:lpstr>
      <vt:lpstr>Terimakasih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INTELLIGENCE</dc:title>
  <dc:creator>bellavista</dc:creator>
  <cp:lastModifiedBy>POLINEMA</cp:lastModifiedBy>
  <cp:revision>155</cp:revision>
  <dcterms:created xsi:type="dcterms:W3CDTF">2022-08-28T13:56:24Z</dcterms:created>
  <dcterms:modified xsi:type="dcterms:W3CDTF">2025-11-24T03:37:08Z</dcterms:modified>
</cp:coreProperties>
</file>